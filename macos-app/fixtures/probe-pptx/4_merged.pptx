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2" id="2147483660"/>
    <p:sldMasterId r:id="rId9" id="2147483672"/>
  </p:sldMasterIdLst>
  <p:sldIdLst>
    <p:sldId r:id="rId7" id="257"/>
    <p:sldId r:id="rId10" id="258"/>
    <p:sldId r:id="rId11" id="259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2" Type="http://schemas.openxmlformats.org/officeDocument/2006/relationships/slideMaster" Target="slideMasters/slideMaster2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Relationship Id="rId9" Type="http://schemas.openxmlformats.org/officeDocument/2006/relationships/slideMaster" Target="slideMasters/slideMaster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A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B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sz="1600" b="0" i="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C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sz="1600" b="0" i="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Jpan" typeface="ＭＳ Ｐゴシック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Times New Roman"/>
        <a:font script="Telu" typeface="Gautami"/>
        <a:font script="Tibt" typeface="Microsoft Himalaya"/>
        <a:font script="Orya" typeface="Kalinga"/>
        <a:font script="Sinh" typeface="Iskoola Pota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Jpan" typeface="ＭＳ Ｐゴシック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Arial"/>
        <a:font script="Telu" typeface="Gautami"/>
        <a:font script="Tibt" typeface="Microsoft Himalaya"/>
        <a:font script="Orya" typeface="Kalinga"/>
        <a:font script="Sinh" typeface="Iskoola Pot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Times New Roman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Arial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Times New Roman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Arial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2026-10-20T07:45:28.7002170Z</dcterms:created>
  <dcterms:modified xsi:type="dcterms:W3CDTF">2026-10-20T07:45:29.0499480Z</dcterms:modified>
</cp:coreProperties>
</file>