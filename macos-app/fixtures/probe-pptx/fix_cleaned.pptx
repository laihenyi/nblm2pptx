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!--Generated by Spire.Presentation for .NET 11.8.0.0--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r:id="rId1" id="2147483648"/>
    <p:sldMasterId r:id="rId2" id="2147483660"/>
    <p:sldMasterId r:id="rId9" id="2147483672"/>
  </p:sldMasterIdLst>
  <p:sldIdLst>
    <p:sldId r:id="rId7" id="257"/>
    <p:sldId r:id="rId10" id="258"/>
    <p:sldId r:id="rId11" id="259"/>
  </p:sldIdLst>
  <p:sldSz cx="12192000" cy="6858000" type="screen16x9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1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2.xml" /><Relationship Id="rId11" Type="http://schemas.openxmlformats.org/officeDocument/2006/relationships/slide" Target="slides/slide3.xml" /><Relationship Id="rId2" Type="http://schemas.openxmlformats.org/officeDocument/2006/relationships/slideMaster" Target="slideMasters/slideMaster2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tags" Target="tags/tag1.xml" /><Relationship Id="rId9" Type="http://schemas.openxmlformats.org/officeDocument/2006/relationships/slideMaster" Target="slideMasters/slideMaster3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theme" Target="../theme/theme3.xml" /><Relationship Id="rId2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_rels/slideMaster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slideLayout" Target="../slideLayouts/slideLayout32.xml" /><Relationship Id="rId11" Type="http://schemas.openxmlformats.org/officeDocument/2006/relationships/slideLayout" Target="../slideLayouts/slideLayout33.xml" /><Relationship Id="rId12" Type="http://schemas.openxmlformats.org/officeDocument/2006/relationships/theme" Target="../theme/theme2.xml" /><Relationship Id="rId2" Type="http://schemas.openxmlformats.org/officeDocument/2006/relationships/slideLayout" Target="../slideLayouts/slideLayout24.xml" /><Relationship Id="rId3" Type="http://schemas.openxmlformats.org/officeDocument/2006/relationships/slideLayout" Target="../slideLayouts/slideLayout25.xml" /><Relationship Id="rId4" Type="http://schemas.openxmlformats.org/officeDocument/2006/relationships/slideLayout" Target="../slideLayouts/slideLayout26.xml" /><Relationship Id="rId5" Type="http://schemas.openxmlformats.org/officeDocument/2006/relationships/slideLayout" Target="../slideLayouts/slideLayout27.xml" /><Relationship Id="rId6" Type="http://schemas.openxmlformats.org/officeDocument/2006/relationships/slideLayout" Target="../slideLayouts/slideLayout28.xml" /><Relationship Id="rId7" Type="http://schemas.openxmlformats.org/officeDocument/2006/relationships/slideLayout" Target="../slideLayouts/slideLayout29.xml" /><Relationship Id="rId8" Type="http://schemas.openxmlformats.org/officeDocument/2006/relationships/slideLayout" Target="../slideLayouts/slideLayout30.xml" /><Relationship Id="rId9" Type="http://schemas.openxmlformats.org/officeDocument/2006/relationships/slideLayout" Target="../slideLayouts/slideLayout3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_text"/>
          <p:cNvSpPr/>
          <p:nvPr/>
        </p:nvSpPr>
        <p:spPr>
          <a:xfrm>
            <a:off x="762000" y="508000"/>
            <a:ext cx="7620000" cy="1016000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1"/>
              <a:t>Page A body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_text"/>
          <p:cNvSpPr/>
          <p:nvPr/>
        </p:nvSpPr>
        <p:spPr>
          <a:xfrm>
            <a:off x="762000" y="508000"/>
            <a:ext cx="7620000" cy="1016000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1pPr>
            <a:lvl2pPr marL="4572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2pPr>
            <a:lvl3pPr marL="9144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3pPr>
            <a:lvl4pPr marL="13716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4pPr>
            <a:lvl5pPr marL="18288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5pPr>
            <a:lvl6pPr marL="22860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6pPr>
            <a:lvl7pPr marL="27432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7pPr>
            <a:lvl8pPr marL="32004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8pPr>
            <a:lvl9pPr marL="36576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9pPr>
          </a:lstStyle>
          <a:p>
            <a:pPr algn="ctr"/>
            <a:r>
              <a:rPr lang="en-US" b="0" i="0" dirty="1"/>
              <a:t>Page B body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_text"/>
          <p:cNvSpPr/>
          <p:nvPr/>
        </p:nvSpPr>
        <p:spPr>
          <a:xfrm>
            <a:off x="762000" y="508000"/>
            <a:ext cx="7620000" cy="1016000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1pPr>
            <a:lvl2pPr marL="4572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2pPr>
            <a:lvl3pPr marL="9144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3pPr>
            <a:lvl4pPr marL="13716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4pPr>
            <a:lvl5pPr marL="18288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5pPr>
            <a:lvl6pPr marL="22860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6pPr>
            <a:lvl7pPr marL="27432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7pPr>
            <a:lvl8pPr marL="32004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8pPr>
            <a:lvl9pPr marL="36576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9pPr>
          </a:lstStyle>
          <a:p>
            <a:pPr algn="ctr"/>
            <a:r>
              <a:rPr lang="en-US" b="0" i="0" dirty="1"/>
              <a:t>Page C body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AS_NET" val="9.0.4"/>
  <p:tag name="AS_OS" val="Unix 26.7.2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Thaa" typeface="MV Boli"/>
        <a:font script="Thai" typeface="Angsana New"/>
        <a:font script="Mlym" typeface="Kartika"/>
        <a:font script="Yiii" typeface="Microsoft Yi Baiti"/>
        <a:font script="Sinh" typeface="Iskoola Pota"/>
        <a:font script="Orya" typeface="Kalinga"/>
        <a:font script="Syrc" typeface="Estrangelo Edessa"/>
        <a:font script="Hant" typeface="新細明體"/>
        <a:font script="Knda" typeface="Tunga"/>
        <a:font script="Cher" typeface="Plantagenet Cherokee"/>
        <a:font script="Ethi" typeface="Nyala"/>
        <a:font script="Jpan" typeface="ＭＳ Ｐゴシック"/>
        <a:font script="Gujr" typeface="Shruti"/>
        <a:font script="Guru" typeface="Raavi"/>
        <a:font script="Tibt" typeface="Microsoft Himalaya"/>
        <a:font script="Khmr" typeface="MoolBoran"/>
        <a:font script="Hans" typeface="宋体"/>
        <a:font script="Laoo" typeface="DokChampa"/>
        <a:font script="Uigh" typeface="Microsoft Uighur"/>
        <a:font script="Viet" typeface="Times New Roman"/>
        <a:font script="Deva" typeface="Mangal"/>
        <a:font script="Mong" typeface="Mongolian Baiti"/>
        <a:font script="Arab" typeface="Times New Roman"/>
        <a:font script="Telu" typeface="Gautami"/>
        <a:font script="Hang" typeface="맑은 고딕"/>
        <a:font script="Beng" typeface="Vrinda"/>
        <a:font script="Taml" typeface="Latha"/>
        <a:font script="Cans" typeface="Euphemia"/>
        <a:font script="Geor" typeface="Sylfaen"/>
        <a:font script="Hebr" typeface="Times New Roman"/>
      </a:majorFont>
      <a:minorFont>
        <a:latin typeface="Calibri"/>
        <a:ea typeface=""/>
        <a:cs typeface=""/>
        <a:font script="Thaa" typeface="MV Boli"/>
        <a:font script="Thai" typeface="Cordia New"/>
        <a:font script="Mlym" typeface="Kartika"/>
        <a:font script="Yiii" typeface="Microsoft Yi Baiti"/>
        <a:font script="Sinh" typeface="Iskoola Pota"/>
        <a:font script="Orya" typeface="Kalinga"/>
        <a:font script="Syrc" typeface="Estrangelo Edessa"/>
        <a:font script="Hant" typeface="新細明體"/>
        <a:font script="Knda" typeface="Tunga"/>
        <a:font script="Cher" typeface="Plantagenet Cherokee"/>
        <a:font script="Ethi" typeface="Nyala"/>
        <a:font script="Jpan" typeface="ＭＳ Ｐゴシック"/>
        <a:font script="Gujr" typeface="Shruti"/>
        <a:font script="Guru" typeface="Raavi"/>
        <a:font script="Tibt" typeface="Microsoft Himalaya"/>
        <a:font script="Khmr" typeface="DaunPenh"/>
        <a:font script="Hans" typeface="宋体"/>
        <a:font script="Laoo" typeface="DokChampa"/>
        <a:font script="Uigh" typeface="Microsoft Uighur"/>
        <a:font script="Viet" typeface="Arial"/>
        <a:font script="Deva" typeface="Mangal"/>
        <a:font script="Mong" typeface="Mongolian Baiti"/>
        <a:font script="Arab" typeface="Arial"/>
        <a:font script="Telu" typeface="Gautami"/>
        <a:font script="Hang" typeface="맑은 고딕"/>
        <a:font script="Beng" typeface="Vrinda"/>
        <a:font script="Taml" typeface="Latha"/>
        <a:font script="Cans" typeface="Euphemia"/>
        <a:font script="Geor" typeface="Sylfaen"/>
        <a:font script="Hebr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Thaa" typeface="MV Boli"/>
        <a:font script="Thai" typeface="Angsana New"/>
        <a:font script="Mlym" typeface="Kartika"/>
        <a:font script="Yiii" typeface="Microsoft Yi Baiti"/>
        <a:font script="Sinh" typeface="Iskoola Pota"/>
        <a:font script="Orya" typeface="Kalinga"/>
        <a:font script="Syrc" typeface="Estrangelo Edessa"/>
        <a:font script="Hant" typeface="新細明體"/>
        <a:font script="Knda" typeface="Tunga"/>
        <a:font script="Cher" typeface="Plantagenet Cherokee"/>
        <a:font script="Ethi" typeface="Nyala"/>
        <a:font script="Jpan" typeface="ＭＳ Ｐゴシック"/>
        <a:font script="Gujr" typeface="Shruti"/>
        <a:font script="Guru" typeface="Raavi"/>
        <a:font script="Tibt" typeface="Microsoft Himalaya"/>
        <a:font script="Khmr" typeface="MoolBoran"/>
        <a:font script="Hans" typeface="宋体"/>
        <a:font script="Laoo" typeface="DokChampa"/>
        <a:font script="Uigh" typeface="Microsoft Uighur"/>
        <a:font script="Viet" typeface="Times New Roman"/>
        <a:font script="Deva" typeface="Mangal"/>
        <a:font script="Mong" typeface="Mongolian Baiti"/>
        <a:font script="Arab" typeface="Times New Roman"/>
        <a:font script="Telu" typeface="Gautami"/>
        <a:font script="Hang" typeface="맑은 고딕"/>
        <a:font script="Beng" typeface="Vrinda"/>
        <a:font script="Taml" typeface="Latha"/>
        <a:font script="Cans" typeface="Euphemia"/>
        <a:font script="Geor" typeface="Sylfaen"/>
        <a:font script="Hebr" typeface="Times New Roman"/>
      </a:majorFont>
      <a:minorFont>
        <a:latin typeface="Calibri"/>
        <a:ea typeface=""/>
        <a:cs typeface=""/>
        <a:font script="Thaa" typeface="MV Boli"/>
        <a:font script="Thai" typeface="Cordia New"/>
        <a:font script="Mlym" typeface="Kartika"/>
        <a:font script="Yiii" typeface="Microsoft Yi Baiti"/>
        <a:font script="Sinh" typeface="Iskoola Pota"/>
        <a:font script="Orya" typeface="Kalinga"/>
        <a:font script="Syrc" typeface="Estrangelo Edessa"/>
        <a:font script="Hant" typeface="新細明體"/>
        <a:font script="Knda" typeface="Tunga"/>
        <a:font script="Cher" typeface="Plantagenet Cherokee"/>
        <a:font script="Ethi" typeface="Nyala"/>
        <a:font script="Jpan" typeface="ＭＳ Ｐゴシック"/>
        <a:font script="Gujr" typeface="Shruti"/>
        <a:font script="Guru" typeface="Raavi"/>
        <a:font script="Tibt" typeface="Microsoft Himalaya"/>
        <a:font script="Khmr" typeface="DaunPenh"/>
        <a:font script="Hans" typeface="宋体"/>
        <a:font script="Laoo" typeface="DokChampa"/>
        <a:font script="Uigh" typeface="Microsoft Uighur"/>
        <a:font script="Viet" typeface="Arial"/>
        <a:font script="Deva" typeface="Mangal"/>
        <a:font script="Mong" typeface="Mongolian Baiti"/>
        <a:font script="Arab" typeface="Arial"/>
        <a:font script="Telu" typeface="Gautami"/>
        <a:font script="Hang" typeface="맑은 고딕"/>
        <a:font script="Beng" typeface="Vrinda"/>
        <a:font script="Taml" typeface="Latha"/>
        <a:font script="Cans" typeface="Euphemia"/>
        <a:font script="Geor" typeface="Sylfaen"/>
        <a:font script="Hebr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Thaa" typeface="MV Boli"/>
        <a:font script="Thai" typeface="Angsana New"/>
        <a:font script="Mlym" typeface="Kartika"/>
        <a:font script="Yiii" typeface="Microsoft Yi Baiti"/>
        <a:font script="Sinh" typeface="Iskoola Pota"/>
        <a:font script="Orya" typeface="Kalinga"/>
        <a:font script="Syrc" typeface="Estrangelo Edessa"/>
        <a:font script="Hant" typeface="新細明體"/>
        <a:font script="Knda" typeface="Tunga"/>
        <a:font script="Cher" typeface="Plantagenet Cherokee"/>
        <a:font script="Ethi" typeface="Nyala"/>
        <a:font script="Jpan" typeface="ＭＳ Ｐゴシック"/>
        <a:font script="Gujr" typeface="Shruti"/>
        <a:font script="Guru" typeface="Raavi"/>
        <a:font script="Tibt" typeface="Microsoft Himalaya"/>
        <a:font script="Khmr" typeface="MoolBoran"/>
        <a:font script="Hans" typeface="宋体"/>
        <a:font script="Laoo" typeface="DokChampa"/>
        <a:font script="Uigh" typeface="Microsoft Uighur"/>
        <a:font script="Viet" typeface="Times New Roman"/>
        <a:font script="Deva" typeface="Mangal"/>
        <a:font script="Mong" typeface="Mongolian Baiti"/>
        <a:font script="Arab" typeface="Times New Roman"/>
        <a:font script="Telu" typeface="Gautami"/>
        <a:font script="Hang" typeface="맑은 고딕"/>
        <a:font script="Beng" typeface="Vrinda"/>
        <a:font script="Taml" typeface="Latha"/>
        <a:font script="Cans" typeface="Euphemia"/>
        <a:font script="Geor" typeface="Sylfaen"/>
        <a:font script="Hebr" typeface="Times New Roman"/>
      </a:majorFont>
      <a:minorFont>
        <a:latin typeface="Calibri"/>
        <a:ea typeface=""/>
        <a:cs typeface=""/>
        <a:font script="Thaa" typeface="MV Boli"/>
        <a:font script="Thai" typeface="Cordia New"/>
        <a:font script="Mlym" typeface="Kartika"/>
        <a:font script="Yiii" typeface="Microsoft Yi Baiti"/>
        <a:font script="Sinh" typeface="Iskoola Pota"/>
        <a:font script="Orya" typeface="Kalinga"/>
        <a:font script="Syrc" typeface="Estrangelo Edessa"/>
        <a:font script="Hant" typeface="新細明體"/>
        <a:font script="Knda" typeface="Tunga"/>
        <a:font script="Cher" typeface="Plantagenet Cherokee"/>
        <a:font script="Ethi" typeface="Nyala"/>
        <a:font script="Jpan" typeface="ＭＳ Ｐゴシック"/>
        <a:font script="Gujr" typeface="Shruti"/>
        <a:font script="Guru" typeface="Raavi"/>
        <a:font script="Tibt" typeface="Microsoft Himalaya"/>
        <a:font script="Khmr" typeface="DaunPenh"/>
        <a:font script="Hans" typeface="宋体"/>
        <a:font script="Laoo" typeface="DokChampa"/>
        <a:font script="Uigh" typeface="Microsoft Uighur"/>
        <a:font script="Viet" typeface="Arial"/>
        <a:font script="Deva" typeface="Mangal"/>
        <a:font script="Mong" typeface="Mongolian Baiti"/>
        <a:font script="Arab" typeface="Arial"/>
        <a:font script="Telu" typeface="Gautami"/>
        <a:font script="Hang" typeface="맑은 고딕"/>
        <a:font script="Beng" typeface="Vrinda"/>
        <a:font script="Taml" typeface="Latha"/>
        <a:font script="Cans" typeface="Euphemia"/>
        <a:font script="Geor" typeface="Sylfaen"/>
        <a:font script="Hebr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Application>Spire.Presentation for .NET 2.1.0.0</Application>
  <PresentationFormat>全屏显示(4:3)</PresentationFormat>
  <Slides>1</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2026-10-20T07:51:05.2454660Z</dcterms:created>
  <dcterms:modified xsi:type="dcterms:W3CDTF">2026-10-20T07:51:05.7343000Z</dcterms:modified>
</cp:coreProperties>
</file>