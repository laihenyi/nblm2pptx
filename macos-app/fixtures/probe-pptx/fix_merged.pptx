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  <p:sldMasterId r:id="rId2" id="2147483660"/>
    <p:sldMasterId r:id="rId9" id="2147483672"/>
  </p:sldMasterIdLst>
  <p:sldIdLst>
    <p:sldId r:id="rId7" id="257"/>
    <p:sldId r:id="rId10" id="258"/>
    <p:sldId r:id="rId11" id="259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2.xml" /><Relationship Id="rId11" Type="http://schemas.openxmlformats.org/officeDocument/2006/relationships/slide" Target="slides/slide3.xml" /><Relationship Id="rId2" Type="http://schemas.openxmlformats.org/officeDocument/2006/relationships/slideMaster" Target="slideMasters/slideMaster2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3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Relationship Id="rId9" Type="http://schemas.openxmlformats.org/officeDocument/2006/relationships/slideMaster" Target="slideMasters/slideMaster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_text"/>
          <p:cNvSpPr/>
          <p:nvPr/>
        </p:nvSpPr>
        <p:spPr>
          <a:xfrm>
            <a:off x="762000" y="508000"/>
            <a:ext cx="7620000" cy="101600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1"/>
              <a:t>Page A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_text"/>
          <p:cNvSpPr/>
          <p:nvPr/>
        </p:nvSpPr>
        <p:spPr>
          <a:xfrm>
            <a:off x="762000" y="508000"/>
            <a:ext cx="7620000" cy="101600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1pPr>
            <a:lvl2pPr marL="457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2pPr>
            <a:lvl3pPr marL="914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3pPr>
            <a:lvl4pPr marL="1371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4pPr>
            <a:lvl5pPr marL="18288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5pPr>
            <a:lvl6pPr marL="22860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6pPr>
            <a:lvl7pPr marL="2743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7pPr>
            <a:lvl8pPr marL="3200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8pPr>
            <a:lvl9pPr marL="3657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9pPr>
          </a:lstStyle>
          <a:p>
            <a:pPr algn="ctr"/>
            <a:r>
              <a:rPr lang="en-US" b="0" i="0" dirty="1"/>
              <a:t>Page B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1pPr>
            <a:lvl2pPr marL="457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2pPr>
            <a:lvl3pPr marL="914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3pPr>
            <a:lvl4pPr marL="1371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4pPr>
            <a:lvl5pPr marL="18288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5pPr>
            <a:lvl6pPr marL="22860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6pPr>
            <a:lvl7pPr marL="2743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7pPr>
            <a:lvl8pPr marL="3200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8pPr>
            <a:lvl9pPr marL="3657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9pPr>
          </a:lstStyle>
          <a:p>
            <a:pPr algn="ctr"/>
            <a:r>
              <a:rPr lang="en-US" sz="1600" b="0" i="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_text"/>
          <p:cNvSpPr/>
          <p:nvPr/>
        </p:nvSpPr>
        <p:spPr>
          <a:xfrm>
            <a:off x="762000" y="508000"/>
            <a:ext cx="7620000" cy="101600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1pPr>
            <a:lvl2pPr marL="457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2pPr>
            <a:lvl3pPr marL="914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3pPr>
            <a:lvl4pPr marL="1371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4pPr>
            <a:lvl5pPr marL="18288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5pPr>
            <a:lvl6pPr marL="22860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6pPr>
            <a:lvl7pPr marL="2743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7pPr>
            <a:lvl8pPr marL="3200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8pPr>
            <a:lvl9pPr marL="3657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9pPr>
          </a:lstStyle>
          <a:p>
            <a:pPr algn="ctr"/>
            <a:r>
              <a:rPr lang="en-US" b="0" i="0" dirty="1"/>
              <a:t>Page C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1pPr>
            <a:lvl2pPr marL="457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2pPr>
            <a:lvl3pPr marL="914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3pPr>
            <a:lvl4pPr marL="1371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4pPr>
            <a:lvl5pPr marL="18288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5pPr>
            <a:lvl6pPr marL="22860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6pPr>
            <a:lvl7pPr marL="27432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7pPr>
            <a:lvl8pPr marL="32004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8pPr>
            <a:lvl9pPr marL="3657600" marR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/>
                <a:ea typeface=""/>
                <a:cs typeface="+mn-cs"/>
              </a:defRPr>
            </a:lvl9pPr>
          </a:lstStyle>
          <a:p>
            <a:pPr algn="ctr"/>
            <a:r>
              <a:rPr lang="en-US" sz="1600" b="0" i="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Thaa" typeface="MV Boli"/>
        <a:font script="Thai" typeface="Angsan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MoolBoran"/>
        <a:font script="Hans" typeface="宋体"/>
        <a:font script="Laoo" typeface="DokChampa"/>
        <a:font script="Uigh" typeface="Microsoft Uighur"/>
        <a:font script="Viet" typeface="Times New Roman"/>
        <a:font script="Deva" typeface="Mangal"/>
        <a:font script="Mong" typeface="Mongolian Baiti"/>
        <a:font script="Arab" typeface="Times New Roman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Times New Roman"/>
      </a:majorFont>
      <a:minorFont>
        <a:latin typeface="Calibri"/>
        <a:ea typeface=""/>
        <a:cs typeface=""/>
        <a:font script="Thaa" typeface="MV Boli"/>
        <a:font script="Thai" typeface="Cordi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DaunPenh"/>
        <a:font script="Hans" typeface="宋体"/>
        <a:font script="Laoo" typeface="DokChampa"/>
        <a:font script="Uigh" typeface="Microsoft Uighur"/>
        <a:font script="Viet" typeface="Arial"/>
        <a:font script="Deva" typeface="Mangal"/>
        <a:font script="Mong" typeface="Mongolian Baiti"/>
        <a:font script="Arab" typeface="Arial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Thaa" typeface="MV Boli"/>
        <a:font script="Thai" typeface="Angsan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MoolBoran"/>
        <a:font script="Hans" typeface="宋体"/>
        <a:font script="Laoo" typeface="DokChampa"/>
        <a:font script="Uigh" typeface="Microsoft Uighur"/>
        <a:font script="Viet" typeface="Times New Roman"/>
        <a:font script="Deva" typeface="Mangal"/>
        <a:font script="Mong" typeface="Mongolian Baiti"/>
        <a:font script="Arab" typeface="Times New Roman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Times New Roman"/>
      </a:majorFont>
      <a:minorFont>
        <a:latin typeface="Calibri"/>
        <a:ea typeface=""/>
        <a:cs typeface=""/>
        <a:font script="Thaa" typeface="MV Boli"/>
        <a:font script="Thai" typeface="Cordi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DaunPenh"/>
        <a:font script="Hans" typeface="宋体"/>
        <a:font script="Laoo" typeface="DokChampa"/>
        <a:font script="Uigh" typeface="Microsoft Uighur"/>
        <a:font script="Viet" typeface="Arial"/>
        <a:font script="Deva" typeface="Mangal"/>
        <a:font script="Mong" typeface="Mongolian Baiti"/>
        <a:font script="Arab" typeface="Arial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Thaa" typeface="MV Boli"/>
        <a:font script="Thai" typeface="Angsan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MoolBoran"/>
        <a:font script="Hans" typeface="宋体"/>
        <a:font script="Laoo" typeface="DokChampa"/>
        <a:font script="Uigh" typeface="Microsoft Uighur"/>
        <a:font script="Viet" typeface="Times New Roman"/>
        <a:font script="Deva" typeface="Mangal"/>
        <a:font script="Mong" typeface="Mongolian Baiti"/>
        <a:font script="Arab" typeface="Times New Roman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Times New Roman"/>
      </a:majorFont>
      <a:minorFont>
        <a:latin typeface="Calibri"/>
        <a:ea typeface=""/>
        <a:cs typeface=""/>
        <a:font script="Thaa" typeface="MV Boli"/>
        <a:font script="Thai" typeface="Cordi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DaunPenh"/>
        <a:font script="Hans" typeface="宋体"/>
        <a:font script="Laoo" typeface="DokChampa"/>
        <a:font script="Uigh" typeface="Microsoft Uighur"/>
        <a:font script="Viet" typeface="Arial"/>
        <a:font script="Deva" typeface="Mangal"/>
        <a:font script="Mong" typeface="Mongolian Baiti"/>
        <a:font script="Arab" typeface="Arial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2026-10-20T07:51:05.2454660Z</dcterms:created>
  <dcterms:modified xsi:type="dcterms:W3CDTF">2026-10-20T07:51:05.6306330Z</dcterms:modified>
</cp:coreProperties>
</file>