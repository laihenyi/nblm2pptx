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  <p:sldMasterId r:id="rId2" id="2147483660"/>
    <p:sldMasterId r:id="rId9" id="2147483672"/>
  </p:sldMasterIdLst>
  <p:sldIdLst>
    <p:sldId r:id="rId7" id="257"/>
    <p:sldId r:id="rId10" id="258"/>
    <p:sldId r:id="rId11" id="259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2.xml" /><Relationship Id="rId11" Type="http://schemas.openxmlformats.org/officeDocument/2006/relationships/slide" Target="slides/slide3.xml" /><Relationship Id="rId2" Type="http://schemas.openxmlformats.org/officeDocument/2006/relationships/slideMaster" Target="slideMasters/slideMaster2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2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Relationship Id="rId9" Type="http://schemas.openxmlformats.org/officeDocument/2006/relationships/slideMaster" Target="slideMasters/slideMaster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2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 /><Relationship Id="rId10" Type="http://schemas.openxmlformats.org/officeDocument/2006/relationships/slideLayout" Target="../slideLayouts/slideLayout32.xml" /><Relationship Id="rId11" Type="http://schemas.openxmlformats.org/officeDocument/2006/relationships/slideLayout" Target="../slideLayouts/slideLayout33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4.xml" /><Relationship Id="rId3" Type="http://schemas.openxmlformats.org/officeDocument/2006/relationships/slideLayout" Target="../slideLayouts/slideLayout25.xml" /><Relationship Id="rId4" Type="http://schemas.openxmlformats.org/officeDocument/2006/relationships/slideLayout" Target="../slideLayouts/slideLayout26.xml" /><Relationship Id="rId5" Type="http://schemas.openxmlformats.org/officeDocument/2006/relationships/slideLayout" Target="../slideLayouts/slideLayout27.xml" /><Relationship Id="rId6" Type="http://schemas.openxmlformats.org/officeDocument/2006/relationships/slideLayout" Target="../slideLayouts/slideLayout28.xml" /><Relationship Id="rId7" Type="http://schemas.openxmlformats.org/officeDocument/2006/relationships/slideLayout" Target="../slideLayouts/slideLayout29.xml" /><Relationship Id="rId8" Type="http://schemas.openxmlformats.org/officeDocument/2006/relationships/slideLayout" Target="../slideLayouts/slideLayout30.xml" /><Relationship Id="rId9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Ethi" typeface="Nyala"/>
        <a:font script="Thai" typeface="Angsana New"/>
        <a:font script="Yiii" typeface="Microsoft Yi Baiti"/>
        <a:font script="Deva" typeface="Mangal"/>
        <a:font script="Taml" typeface="Latha"/>
        <a:font script="Cher" typeface="Plantagenet Cherokee"/>
        <a:font script="Hans" typeface="宋体"/>
        <a:font script="Uigh" typeface="Microsoft Uighur"/>
        <a:font script="Thaa" typeface="MV Boli"/>
        <a:font script="Mong" typeface="Mongolian Baiti"/>
        <a:font script="Knda" typeface="Tunga"/>
        <a:font script="Telu" typeface="Gautami"/>
        <a:font script="Hebr" typeface="Times New Roman"/>
        <a:font script="Jpan" typeface="ＭＳ Ｐゴシック"/>
        <a:font script="Tibt" typeface="Microsoft Himalaya"/>
        <a:font script="Orya" typeface="Kalinga"/>
        <a:font script="Sinh" typeface="Iskoola Pota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Ethi" typeface="Nyala"/>
        <a:font script="Thai" typeface="Cordia New"/>
        <a:font script="Yiii" typeface="Microsoft Yi Baiti"/>
        <a:font script="Deva" typeface="Mangal"/>
        <a:font script="Taml" typeface="Latha"/>
        <a:font script="Cher" typeface="Plantagenet Cherokee"/>
        <a:font script="Hans" typeface="宋体"/>
        <a:font script="Uigh" typeface="Microsoft Uighur"/>
        <a:font script="Thaa" typeface="MV Boli"/>
        <a:font script="Mong" typeface="Mongolian Baiti"/>
        <a:font script="Knda" typeface="Tunga"/>
        <a:font script="Telu" typeface="Gautami"/>
        <a:font script="Hebr" typeface="Arial"/>
        <a:font script="Jpan" typeface="ＭＳ Ｐゴシック"/>
        <a:font script="Tibt" typeface="Microsoft Himalaya"/>
        <a:font script="Orya" typeface="Kalinga"/>
        <a:font script="Sinh" typeface="Iskoola Pot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Ethi" typeface="Nyala"/>
        <a:font script="Thai" typeface="Angsana New"/>
        <a:font script="Yiii" typeface="Microsoft Yi Baiti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Knda" typeface="Tunga"/>
        <a:font script="Deva" typeface="Mangal"/>
        <a:font script="Hebr" typeface="Times New Roman"/>
        <a:font script="Jpan" typeface="ＭＳ Ｐゴシック"/>
        <a:font script="Telu" typeface="Gautami"/>
        <a:font script="Tibt" typeface="Microsoft Himalaya"/>
        <a:font script="Sinh" typeface="Iskoola Pota"/>
        <a:font script="Orya" typeface="Kalinga"/>
        <a:font script="Hans" typeface="宋体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Ethi" typeface="Nyala"/>
        <a:font script="Thai" typeface="Cordia New"/>
        <a:font script="Yiii" typeface="Microsoft Yi Baiti"/>
        <a:font script="Taml" typeface="Latha"/>
        <a:font script="Cher" typeface="Plantagenet Cherokee"/>
        <a:font script="Uigh" typeface="Microsoft Uighur"/>
        <a:font script="Thaa" typeface="MV Boli"/>
        <a:font script="Mong" typeface="Mongolian Baiti"/>
        <a:font script="Knda" typeface="Tunga"/>
        <a:font script="Deva" typeface="Mangal"/>
        <a:font script="Hebr" typeface="Arial"/>
        <a:font script="Jpan" typeface="ＭＳ Ｐゴシック"/>
        <a:font script="Telu" typeface="Gautami"/>
        <a:font script="Tibt" typeface="Microsoft Himalaya"/>
        <a:font script="Sinh" typeface="Iskoola Pota"/>
        <a:font script="Orya" typeface="Kalinga"/>
        <a:font script="Hans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eor" typeface="Sylfaen"/>
        <a:font script="Hang" typeface="맑은 고딕"/>
        <a:font script="Khmr" typeface="MoolBoran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Times New Roman"/>
        <a:font script="Viet" typeface="Times New Roman"/>
        <a:font script="Mlym" typeface="Kartika"/>
        <a:font script="Hant" typeface="新細明體"/>
        <a:font script="Syrc" typeface="Estrangelo Edessa"/>
        <a:font script="Ethi" typeface="Nyala"/>
        <a:font script="Thai" typeface="Angsana New"/>
        <a:font script="Yiii" typeface="Microsoft Yi Baiti"/>
        <a:font script="Deva" typeface="Mangal"/>
        <a:font script="Taml" typeface="Latha"/>
        <a:font script="Cher" typeface="Plantagenet Cherokee"/>
        <a:font script="Hans" typeface="宋体"/>
        <a:font script="Uigh" typeface="Microsoft Uighur"/>
        <a:font script="Thaa" typeface="MV Boli"/>
        <a:font script="Mong" typeface="Mongolian Baiti"/>
        <a:font script="Knda" typeface="Tunga"/>
        <a:font script="Telu" typeface="Gautami"/>
        <a:font script="Hebr" typeface="Times New Roman"/>
        <a:font script="Jpan" typeface="ＭＳ Ｐゴシック"/>
        <a:font script="Tibt" typeface="Microsoft Himalaya"/>
        <a:font script="Orya" typeface="Kalinga"/>
        <a:font script="Sinh" typeface="Iskoola Pota"/>
      </a:majorFont>
      <a:minorFont>
        <a:latin typeface="Calibri"/>
        <a:ea typeface=""/>
        <a:cs typeface=""/>
        <a:font script="Geor" typeface="Sylfaen"/>
        <a:font script="Hang" typeface="맑은 고딕"/>
        <a:font script="Khmr" typeface="DaunPenh"/>
        <a:font script="Guru" typeface="Raavi"/>
        <a:font script="Cans" typeface="Euphemia"/>
        <a:font script="Beng" typeface="Vrinda"/>
        <a:font script="Gujr" typeface="Shruti"/>
        <a:font script="Laoo" typeface="DokChampa"/>
        <a:font script="Arab" typeface="Arial"/>
        <a:font script="Viet" typeface="Arial"/>
        <a:font script="Mlym" typeface="Kartika"/>
        <a:font script="Hant" typeface="新細明體"/>
        <a:font script="Syrc" typeface="Estrangelo Edessa"/>
        <a:font script="Ethi" typeface="Nyala"/>
        <a:font script="Thai" typeface="Cordia New"/>
        <a:font script="Yiii" typeface="Microsoft Yi Baiti"/>
        <a:font script="Deva" typeface="Mangal"/>
        <a:font script="Taml" typeface="Latha"/>
        <a:font script="Cher" typeface="Plantagenet Cherokee"/>
        <a:font script="Hans" typeface="宋体"/>
        <a:font script="Uigh" typeface="Microsoft Uighur"/>
        <a:font script="Thaa" typeface="MV Boli"/>
        <a:font script="Mong" typeface="Mongolian Baiti"/>
        <a:font script="Knda" typeface="Tunga"/>
        <a:font script="Telu" typeface="Gautami"/>
        <a:font script="Hebr" typeface="Arial"/>
        <a:font script="Jpan" typeface="ＭＳ Ｐゴシック"/>
        <a:font script="Tibt" typeface="Microsoft Himalaya"/>
        <a:font script="Orya" typeface="Kalinga"/>
        <a:font script="Sinh" typeface="Iskoola Pot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2026-10-20T07:45:28.7002170Z</dcterms:created>
  <dcterms:modified xsi:type="dcterms:W3CDTF">2026-10-20T07:45:29.1586460Z</dcterms:modified>
</cp:coreProperties>
</file>