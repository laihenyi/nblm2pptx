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bg>
      <p:bgPr>
        <a:blipFill dpi="0">
          <a:blip xmlns:r="http://schemas.openxmlformats.org/officeDocument/2006/relationships" r:embed="rId2"/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Knda" typeface="Tunga"/>
        <a:font script="Thai" typeface="Angsan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Times New Roman"/>
        <a:font script="Jpan" typeface="ＭＳ Ｐゴシック"/>
        <a:font script="Sinh" typeface="Iskoola Pota"/>
        <a:font script="Orya" typeface="Kalinga"/>
        <a:font script="Hans" typeface="宋体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Knda" typeface="Tunga"/>
        <a:font script="Thai" typeface="Cordi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Arial"/>
        <a:font script="Jpan" typeface="ＭＳ Ｐゴシック"/>
        <a:font script="Sinh" typeface="Iskoola Pota"/>
        <a:font script="Orya" typeface="Kalinga"/>
        <a:font script="Hans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2026-10-20T07:45:28.6057040Z</dcterms:created>
  <dcterms:modified xsi:type="dcterms:W3CDTF">2026-10-20T07:45:28.6057040Z</dcterms:modified>
</cp:coreProperties>
</file>