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!--Generated by Spire.Presentation for .NET 11.8.0.0--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r:id="rId1" id="2147483648"/>
  </p:sldMasterIdLst>
  <p:sldIdLst>
    <p:sldId r:id="rId7" id="257"/>
  </p:sldIdLst>
  <p:sldSz cx="12192000" cy="6858000" type="screen16x9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21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tags" Target="tags/tag1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1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obj"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fast"/>
  <p:timing>
    <p:tnLst>
      <p:par>
        <p:cTn id="1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_text"/>
          <p:cNvSpPr/>
          <p:nvPr/>
        </p:nvSpPr>
        <p:spPr>
          <a:xfrm>
            <a:off x="762000" y="508000"/>
            <a:ext cx="7620000" cy="1016000"/>
          </a:xfrm>
          <a:prstGeom prst="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1"/>
              <a:t>Page A body</a:t>
            </a:r>
          </a:p>
        </p:txBody>
      </p:sp>
      <p:sp>
        <p:nvSpPr>
          <p:cNvPr id="3" name="New shape"/>
          <p:cNvSpPr>
            <a:spLocks noSelect="1" noMove="1" noResize="1" noTextEdit="1"/>
          </p:cNvSpPr>
          <p:nvPr/>
        </p:nvSpPr>
        <p:spPr>
          <a:xfrm>
            <a:off x="127000" y="254000"/>
            <a:ext cx="6985000" cy="254000"/>
          </a:xfrm>
          <a:prstGeom prst="rect"/>
          <a:noFill/>
        </p:spPr>
        <p:style>
          <a:lnRef idx="2">
            <a:srgbClr val="FFFFF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1">
                <a:solidFill>
                  <a:srgbClr val="FF0000"/>
                </a:solidFill>
              </a:rPr>
              <a:t>Evaluation Warning : The document was created with Spire.Presentation for Python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tags/tag1.xml><?xml version="1.0" encoding="utf-8"?>
<p:tagLst xmlns:p="http://schemas.openxmlformats.org/presentationml/2006/main">
  <p:tag name="AS_NET" val="9.0.4"/>
  <p:tag name="AS_OS" val="Unix 26.7.2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Thaa" typeface="MV Boli"/>
        <a:font script="Thai" typeface="Angsana New"/>
        <a:font script="Mlym" typeface="Kartika"/>
        <a:font script="Yiii" typeface="Microsoft Yi Baiti"/>
        <a:font script="Sinh" typeface="Iskoola Pota"/>
        <a:font script="Orya" typeface="Kalinga"/>
        <a:font script="Syrc" typeface="Estrangelo Edessa"/>
        <a:font script="Hant" typeface="新細明體"/>
        <a:font script="Knda" typeface="Tunga"/>
        <a:font script="Cher" typeface="Plantagenet Cherokee"/>
        <a:font script="Ethi" typeface="Nyala"/>
        <a:font script="Jpan" typeface="ＭＳ Ｐゴシック"/>
        <a:font script="Gujr" typeface="Shruti"/>
        <a:font script="Guru" typeface="Raavi"/>
        <a:font script="Tibt" typeface="Microsoft Himalaya"/>
        <a:font script="Khmr" typeface="MoolBoran"/>
        <a:font script="Hans" typeface="宋体"/>
        <a:font script="Laoo" typeface="DokChampa"/>
        <a:font script="Uigh" typeface="Microsoft Uighur"/>
        <a:font script="Viet" typeface="Times New Roman"/>
        <a:font script="Deva" typeface="Mangal"/>
        <a:font script="Mong" typeface="Mongolian Baiti"/>
        <a:font script="Arab" typeface="Times New Roman"/>
        <a:font script="Telu" typeface="Gautami"/>
        <a:font script="Hang" typeface="맑은 고딕"/>
        <a:font script="Beng" typeface="Vrinda"/>
        <a:font script="Taml" typeface="Latha"/>
        <a:font script="Cans" typeface="Euphemia"/>
        <a:font script="Geor" typeface="Sylfaen"/>
        <a:font script="Hebr" typeface="Times New Roman"/>
      </a:majorFont>
      <a:minorFont>
        <a:latin typeface="Calibri"/>
        <a:ea typeface=""/>
        <a:cs typeface=""/>
        <a:font script="Thaa" typeface="MV Boli"/>
        <a:font script="Thai" typeface="Cordia New"/>
        <a:font script="Mlym" typeface="Kartika"/>
        <a:font script="Yiii" typeface="Microsoft Yi Baiti"/>
        <a:font script="Sinh" typeface="Iskoola Pota"/>
        <a:font script="Orya" typeface="Kalinga"/>
        <a:font script="Syrc" typeface="Estrangelo Edessa"/>
        <a:font script="Hant" typeface="新細明體"/>
        <a:font script="Knda" typeface="Tunga"/>
        <a:font script="Cher" typeface="Plantagenet Cherokee"/>
        <a:font script="Ethi" typeface="Nyala"/>
        <a:font script="Jpan" typeface="ＭＳ Ｐゴシック"/>
        <a:font script="Gujr" typeface="Shruti"/>
        <a:font script="Guru" typeface="Raavi"/>
        <a:font script="Tibt" typeface="Microsoft Himalaya"/>
        <a:font script="Khmr" typeface="DaunPenh"/>
        <a:font script="Hans" typeface="宋体"/>
        <a:font script="Laoo" typeface="DokChampa"/>
        <a:font script="Uigh" typeface="Microsoft Uighur"/>
        <a:font script="Viet" typeface="Arial"/>
        <a:font script="Deva" typeface="Mangal"/>
        <a:font script="Mong" typeface="Mongolian Baiti"/>
        <a:font script="Arab" typeface="Arial"/>
        <a:font script="Telu" typeface="Gautami"/>
        <a:font script="Hang" typeface="맑은 고딕"/>
        <a:font script="Beng" typeface="Vrinda"/>
        <a:font script="Taml" typeface="Latha"/>
        <a:font script="Cans" typeface="Euphemia"/>
        <a:font script="Geor" typeface="Sylfaen"/>
        <a:font script="Hebr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Application>Spire.Presentation for .NET 2.1.0.0</Application>
  <PresentationFormat>全屏显示(4:3)</PresentationFormat>
  <Slides>1</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created xsi:type="dcterms:W3CDTF">2026-10-20T07:51:05.2454660Z</dcterms:created>
  <dcterms:modified xsi:type="dcterms:W3CDTF">2026-10-20T07:51:05.2454660Z</dcterms:modified>
</cp:coreProperties>
</file>