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_text"/>
          <p:cNvSpPr/>
          <p:nvPr/>
        </p:nvSpPr>
        <p:spPr>
          <a:xfrm>
            <a:off x="762000" y="508000"/>
            <a:ext cx="7620000" cy="1016000"/>
          </a:xfrm>
          <a:prstGeom prst="rect"/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1">
                <a:solidFill>
                  <a:srgbClr val="000000"/>
                </a:solidFill>
                <a:latin typeface="Calibri"/>
              </a:rPr>
              <a:t>Hello MinerU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eor" typeface="Sylfaen"/>
        <a:font script="Hang" typeface="맑은 고딕"/>
        <a:font script="Khmr" typeface="MoolBoran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Times New Roman"/>
        <a:font script="Viet" typeface="Times New Roman"/>
        <a:font script="Mlym" typeface="Kartika"/>
        <a:font script="Hant" typeface="新細明體"/>
        <a:font script="Syrc" typeface="Estrangelo Edessa"/>
        <a:font script="Knda" typeface="Tunga"/>
        <a:font script="Thai" typeface="Angsana New"/>
        <a:font script="Ethi" typeface="Nyala"/>
        <a:font script="Yiii" typeface="Microsoft Yi Baiti"/>
        <a:font script="Deva" typeface="Mangal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Tibt" typeface="Microsoft Himalaya"/>
        <a:font script="Telu" typeface="Gautami"/>
        <a:font script="Hebr" typeface="Times New Roman"/>
        <a:font script="Jpan" typeface="ＭＳ Ｐゴシック"/>
        <a:font script="Sinh" typeface="Iskoola Pota"/>
        <a:font script="Orya" typeface="Kalinga"/>
        <a:font script="Hans" typeface="宋体"/>
      </a:majorFont>
      <a:minorFont>
        <a:latin typeface="Calibri"/>
        <a:ea typeface=""/>
        <a:cs typeface=""/>
        <a:font script="Geor" typeface="Sylfaen"/>
        <a:font script="Hang" typeface="맑은 고딕"/>
        <a:font script="Khmr" typeface="DaunPenh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Arial"/>
        <a:font script="Viet" typeface="Arial"/>
        <a:font script="Mlym" typeface="Kartika"/>
        <a:font script="Hant" typeface="新細明體"/>
        <a:font script="Syrc" typeface="Estrangelo Edessa"/>
        <a:font script="Knda" typeface="Tunga"/>
        <a:font script="Thai" typeface="Cordia New"/>
        <a:font script="Ethi" typeface="Nyala"/>
        <a:font script="Yiii" typeface="Microsoft Yi Baiti"/>
        <a:font script="Deva" typeface="Mangal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Tibt" typeface="Microsoft Himalaya"/>
        <a:font script="Telu" typeface="Gautami"/>
        <a:font script="Hebr" typeface="Arial"/>
        <a:font script="Jpan" typeface="ＭＳ Ｐゴシック"/>
        <a:font script="Sinh" typeface="Iskoola Pota"/>
        <a:font script="Orya" typeface="Kalinga"/>
        <a:font script="Hans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2026-10-20T07:45:28.0157980Z</dcterms:created>
  <dcterms:modified xsi:type="dcterms:W3CDTF">2026-10-20T07:45:28.0157980Z</dcterms:modified>
</cp:coreProperties>
</file>