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>
          <a:xfrm>
            <a:off x="762000" y="508000"/>
            <a:ext cx="7620000" cy="1016000"/>
          </a:xfrm>
          <a:prstGeom prst="rect"/>
          <a:ln>
            <a:noFill/>
          </a:ln>
        </p:spPr>
      </p:pic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Knda" typeface="Tunga"/>
        <a:font script="Thai" typeface="Angsan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Times New Roman"/>
        <a:font script="Jpan" typeface="ＭＳ Ｐゴシック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Knda" typeface="Tunga"/>
        <a:font script="Thai" typeface="Cordia New"/>
        <a:font script="Ethi" typeface="Nyala"/>
        <a:font script="Yiii" typeface="Microsoft Yi Baiti"/>
        <a:font script="Deva" typeface="Mangal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Tibt" typeface="Microsoft Himalaya"/>
        <a:font script="Telu" typeface="Gautami"/>
        <a:font script="Hebr" typeface="Arial"/>
        <a:font script="Jpan" typeface="ＭＳ Ｐゴシック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2026-10-20T07:45:28.6665920Z</dcterms:created>
  <dcterms:modified xsi:type="dcterms:W3CDTF">2026-10-20T07:45:28.6665920Z</dcterms:modified>
</cp:coreProperties>
</file>