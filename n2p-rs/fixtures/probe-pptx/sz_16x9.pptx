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!--Generated by Spire.Presentation for .NET 11.8.0.0--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r:id="rId1" id="2147483648"/>
  </p:sldMasterIdLst>
  <p:sldSz cx="12192000" cy="6858000" type="screen16x9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21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tags" Target="tags/tag1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p="http://schemas.openxmlformats.org/presentationml/2006/main">
  <p:tag name="AS_NET" val="9.0.4"/>
  <p:tag name="AS_OS" val="Unix 26.7.2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Ethi" typeface="Nyala"/>
        <a:font script="Viet" typeface="Times New Roman"/>
        <a:font script="Gujr" typeface="Shruti"/>
        <a:font script="Taml" typeface="Latha"/>
        <a:font script="Uigh" typeface="Microsoft Uighur"/>
        <a:font script="Mong" typeface="Mongolian Baiti"/>
        <a:font script="Hang" typeface="맑은 고딕"/>
        <a:font script="Hans" typeface="宋体"/>
        <a:font script="Thai" typeface="Angsana New"/>
        <a:font script="Mlym" typeface="Kartika"/>
        <a:font script="Laoo" typeface="DokChampa"/>
        <a:font script="Hebr" typeface="Times New Roman"/>
        <a:font script="Sinh" typeface="Iskoola Pota"/>
        <a:font script="Syrc" typeface="Estrangelo Edessa"/>
        <a:font script="Yiii" typeface="Microsoft Yi Baiti"/>
        <a:font script="Thaa" typeface="MV Boli"/>
        <a:font script="Guru" typeface="Raavi"/>
        <a:font script="Orya" typeface="Kalinga"/>
        <a:font script="Geor" typeface="Sylfaen"/>
        <a:font script="Knda" typeface="Tunga"/>
        <a:font script="Arab" typeface="Times New Roman"/>
        <a:font script="Jpan" typeface="ＭＳ Ｐゴシック"/>
        <a:font script="Deva" typeface="Mangal"/>
        <a:font script="Beng" typeface="Vrinda"/>
        <a:font script="Cher" typeface="Plantagenet Cherokee"/>
        <a:font script="Khmr" typeface="MoolBoran"/>
        <a:font script="Hant" typeface="新細明體"/>
        <a:font script="Tibt" typeface="Microsoft Himalaya"/>
        <a:font script="Cans" typeface="Euphemia"/>
        <a:font script="Telu" typeface="Gautami"/>
      </a:majorFont>
      <a:minorFont>
        <a:latin typeface="Calibri"/>
        <a:ea typeface=""/>
        <a:cs typeface=""/>
        <a:font script="Ethi" typeface="Nyala"/>
        <a:font script="Viet" typeface="Arial"/>
        <a:font script="Gujr" typeface="Shruti"/>
        <a:font script="Taml" typeface="Latha"/>
        <a:font script="Uigh" typeface="Microsoft Uighur"/>
        <a:font script="Mong" typeface="Mongolian Baiti"/>
        <a:font script="Hang" typeface="맑은 고딕"/>
        <a:font script="Hans" typeface="宋体"/>
        <a:font script="Thai" typeface="Cordia New"/>
        <a:font script="Mlym" typeface="Kartika"/>
        <a:font script="Laoo" typeface="DokChampa"/>
        <a:font script="Hebr" typeface="Arial"/>
        <a:font script="Sinh" typeface="Iskoola Pota"/>
        <a:font script="Syrc" typeface="Estrangelo Edessa"/>
        <a:font script="Yiii" typeface="Microsoft Yi Baiti"/>
        <a:font script="Thaa" typeface="MV Boli"/>
        <a:font script="Guru" typeface="Raavi"/>
        <a:font script="Orya" typeface="Kalinga"/>
        <a:font script="Geor" typeface="Sylfaen"/>
        <a:font script="Knda" typeface="Tunga"/>
        <a:font script="Arab" typeface="Arial"/>
        <a:font script="Jpan" typeface="ＭＳ Ｐゴシック"/>
        <a:font script="Deva" typeface="Mangal"/>
        <a:font script="Beng" typeface="Vrinda"/>
        <a:font script="Cher" typeface="Plantagenet Cherokee"/>
        <a:font script="Khmr" typeface="DaunPenh"/>
        <a:font script="Hant" typeface="新細明體"/>
        <a:font script="Tibt" typeface="Microsoft Himalaya"/>
        <a:font script="Cans" typeface="Euphemia"/>
        <a:font script="Telu" typeface="Gautam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Application>Spire.Presentation for .NET 2.1.0.0</Application>
  <PresentationFormat>全屏显示(4:3)</PresentationFormat>
  <Slides>1</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created xsi:type="dcterms:W3CDTF">2026-10-20T07:51:18.7076170Z</dcterms:created>
  <dcterms:modified xsi:type="dcterms:W3CDTF">2026-10-20T07:51:18.7076170Z</dcterms:modified>
</cp:coreProperties>
</file>