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/Relationships>
</file>

<file path=ppt/presentation.xml><?xml version="1.0" encoding="utf-8"?>
<!--Generated by Spire.Presentation for .NET 11.8.0.0--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r:id="rId1" id="2147483648"/>
  </p:sldMasterIdLst>
  <p:sldSz cx="9144000" cy="6858000" type="screen4x3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-1212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7" Type="http://schemas.openxmlformats.org/officeDocument/2006/relationships/tags" Target="tags/tag1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1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b="1" dirty="1" smtClean="0"/>
              <a:t>Click to edit Master title style</a:t>
            </a:r>
            <a:endParaRPr lang="en-US" b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1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obj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obj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b="1" dirty="1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obj"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b="1" dirty="1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type="obj"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b="1" dirty="1" smtClean="0"/>
              <a:t>Click to edit Master title style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1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b="1" dirty="1" smtClean="0"/>
              <a:t>Click to edit Master title style</a:t>
            </a:r>
            <a:endParaRPr lang="en-US" b="1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1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fast"/>
  <p:timing>
    <p:tnLst>
      <p:par>
        <p:cTn id="1" restart="never" nodeType="tmRoot"/>
      </p:par>
    </p:tnLst>
  </p:timing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1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1" smtClean="0"/>
              <a:t>Click to edit Master text styles</a:t>
            </a:r>
          </a:p>
          <a:p>
            <a:pPr lvl="1"/>
            <a:r>
              <a:rPr lang="en-US" dirty="1" smtClean="0"/>
              <a:t>Second level</a:t>
            </a:r>
          </a:p>
          <a:p>
            <a:pPr lvl="2"/>
            <a:r>
              <a:rPr lang="en-US" dirty="1" smtClean="0"/>
              <a:t>Third level</a:t>
            </a:r>
          </a:p>
          <a:p>
            <a:pPr lvl="3"/>
            <a:r>
              <a:rPr lang="en-US" dirty="1" smtClean="0"/>
              <a:t>Fourth level</a:t>
            </a:r>
          </a:p>
          <a:p>
            <a:pPr lvl="4"/>
            <a:r>
              <a:rPr lang="en-US" dirty="1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/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3/4/2014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/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/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fast"/>
  <p:timing>
    <p:tnLst>
      <p:par>
        <p:cTn id="1" restart="never" nodeType="tmRoot"/>
      </p:par>
    </p:tnLst>
  </p:timing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p="http://schemas.openxmlformats.org/presentationml/2006/main">
  <p:tag name="AS_NET" val="9.0.4"/>
  <p:tag name="AS_OS" val="Unix 26.7.2"/>
  <p:tag name="AS_RELEASE_DATE" val="2013.12.17"/>
  <p:tag name="AS_TITLE" val="Spire.Presentation for .NET "/>
  <p:tag name="AS_VERSION" val="2.1.0.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Ethi" typeface="Nyala"/>
        <a:font script="Viet" typeface="Times New Roman"/>
        <a:font script="Gujr" typeface="Shruti"/>
        <a:font script="Taml" typeface="Latha"/>
        <a:font script="Uigh" typeface="Microsoft Uighur"/>
        <a:font script="Mong" typeface="Mongolian Baiti"/>
        <a:font script="Hang" typeface="맑은 고딕"/>
        <a:font script="Hans" typeface="宋体"/>
        <a:font script="Thai" typeface="Angsana New"/>
        <a:font script="Mlym" typeface="Kartika"/>
        <a:font script="Laoo" typeface="DokChampa"/>
        <a:font script="Hebr" typeface="Times New Roman"/>
        <a:font script="Sinh" typeface="Iskoola Pota"/>
        <a:font script="Syrc" typeface="Estrangelo Edessa"/>
        <a:font script="Yiii" typeface="Microsoft Yi Baiti"/>
        <a:font script="Thaa" typeface="MV Boli"/>
        <a:font script="Guru" typeface="Raavi"/>
        <a:font script="Orya" typeface="Kalinga"/>
        <a:font script="Geor" typeface="Sylfaen"/>
        <a:font script="Knda" typeface="Tunga"/>
        <a:font script="Arab" typeface="Times New Roman"/>
        <a:font script="Jpan" typeface="ＭＳ Ｐゴシック"/>
        <a:font script="Deva" typeface="Mangal"/>
        <a:font script="Beng" typeface="Vrinda"/>
        <a:font script="Cher" typeface="Plantagenet Cherokee"/>
        <a:font script="Khmr" typeface="MoolBoran"/>
        <a:font script="Hant" typeface="新細明體"/>
        <a:font script="Tibt" typeface="Microsoft Himalaya"/>
        <a:font script="Cans" typeface="Euphemia"/>
        <a:font script="Telu" typeface="Gautami"/>
      </a:majorFont>
      <a:minorFont>
        <a:latin typeface="Calibri"/>
        <a:ea typeface=""/>
        <a:cs typeface=""/>
        <a:font script="Ethi" typeface="Nyala"/>
        <a:font script="Viet" typeface="Arial"/>
        <a:font script="Gujr" typeface="Shruti"/>
        <a:font script="Taml" typeface="Latha"/>
        <a:font script="Uigh" typeface="Microsoft Uighur"/>
        <a:font script="Mong" typeface="Mongolian Baiti"/>
        <a:font script="Hang" typeface="맑은 고딕"/>
        <a:font script="Hans" typeface="宋体"/>
        <a:font script="Thai" typeface="Cordia New"/>
        <a:font script="Mlym" typeface="Kartika"/>
        <a:font script="Laoo" typeface="DokChampa"/>
        <a:font script="Hebr" typeface="Arial"/>
        <a:font script="Sinh" typeface="Iskoola Pota"/>
        <a:font script="Syrc" typeface="Estrangelo Edessa"/>
        <a:font script="Yiii" typeface="Microsoft Yi Baiti"/>
        <a:font script="Thaa" typeface="MV Boli"/>
        <a:font script="Guru" typeface="Raavi"/>
        <a:font script="Orya" typeface="Kalinga"/>
        <a:font script="Geor" typeface="Sylfaen"/>
        <a:font script="Knda" typeface="Tunga"/>
        <a:font script="Arab" typeface="Arial"/>
        <a:font script="Jpan" typeface="ＭＳ Ｐゴシック"/>
        <a:font script="Deva" typeface="Mangal"/>
        <a:font script="Beng" typeface="Vrinda"/>
        <a:font script="Cher" typeface="Plantagenet Cherokee"/>
        <a:font script="Khmr" typeface="DaunPenh"/>
        <a:font script="Hant" typeface="新細明體"/>
        <a:font script="Tibt" typeface="Microsoft Himalaya"/>
        <a:font script="Cans" typeface="Euphemia"/>
        <a:font script="Telu" typeface="Gautam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  <a:tileRect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w="63500" h="25400" prst="circl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  <a:tileRect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Application>Spire.Presentation for .NET 2.1.0.0</Application>
  <PresentationFormat>全屏显示(4:3)</PresentationFormat>
  <Slides>1</Slide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2026-10-20T07:51:18.5953820Z</dcterms:created>
  <dcterms:modified xsi:type="dcterms:W3CDTF">2026-10-20T07:51:18.5953820Z</dcterms:modified>
</cp:coreProperties>
</file>